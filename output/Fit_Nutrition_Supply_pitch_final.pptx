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0c79ae9874efe" /><Relationship Type="http://schemas.openxmlformats.org/officeDocument/2006/relationships/extended-properties" Target="/docProps/app.xml" Id="Raa3dbf3fda4049b9" /><Relationship Type="http://schemas.openxmlformats.org/officeDocument/2006/relationships/officeDocument" Target="/ppt/presentation.xml" Id="Rbeb2ecc47908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79cf058444121"/>
  </p:sldMasterIdLst>
  <p:notesMasterIdLst>
    <p:notesMasterId xmlns:r="http://schemas.openxmlformats.org/officeDocument/2006/relationships" r:id="R3bfb8898130e4240"/>
  </p:notesMasterIdLst>
  <p:sldIdLst>
    <p:sldId xmlns:r="http://schemas.openxmlformats.org/officeDocument/2006/relationships" id="256" r:id="R004c62b8524546f5"/>
    <p:sldId xmlns:r="http://schemas.openxmlformats.org/officeDocument/2006/relationships" id="257" r:id="R16d302e5ca8f404a"/>
    <p:sldId xmlns:r="http://schemas.openxmlformats.org/officeDocument/2006/relationships" id="258" r:id="Rdec4f047d22c4dbe"/>
    <p:sldId xmlns:r="http://schemas.openxmlformats.org/officeDocument/2006/relationships" id="259" r:id="R18ba7eec824f4066"/>
    <p:sldId xmlns:r="http://schemas.openxmlformats.org/officeDocument/2006/relationships" id="260" r:id="R84ff3e8deeaa45f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85ef22a474ba3" /><Relationship Type="http://schemas.openxmlformats.org/officeDocument/2006/relationships/slideMaster" Target="/ppt/slideMasters/slideMaster1.xml" Id="Re9679cf058444121" /><Relationship Type="http://schemas.openxmlformats.org/officeDocument/2006/relationships/notesMaster" Target="/ppt/notesMasters/notesMaster1.xml" Id="R3bfb8898130e4240" /><Relationship Type="http://schemas.openxmlformats.org/officeDocument/2006/relationships/presProps" Target="/ppt/presProps.xml" Id="Rb432cedf94704f64" /><Relationship Type="http://schemas.openxmlformats.org/officeDocument/2006/relationships/viewProps" Target="/ppt/viewProps.xml" Id="Rc66aceb513c144d4" /><Relationship Type="http://schemas.openxmlformats.org/officeDocument/2006/relationships/tableStyles" Target="/ppt/tableStyles.xml" Id="R0dd524098d2b4bf8" /><Relationship Type="http://schemas.openxmlformats.org/officeDocument/2006/relationships/slide" Target="/ppt/slides/slide1.xml" Id="R004c62b8524546f5" /><Relationship Type="http://schemas.openxmlformats.org/officeDocument/2006/relationships/slide" Target="/ppt/slides/slide2.xml" Id="R16d302e5ca8f404a" /><Relationship Type="http://schemas.openxmlformats.org/officeDocument/2006/relationships/slide" Target="/ppt/slides/slide3.xml" Id="Rdec4f047d22c4dbe" /><Relationship Type="http://schemas.openxmlformats.org/officeDocument/2006/relationships/slide" Target="/ppt/slides/slide4.xml" Id="R18ba7eec824f4066" /><Relationship Type="http://schemas.openxmlformats.org/officeDocument/2006/relationships/slide" Target="/ppt/slides/slide5.xml" Id="R84ff3e8deeaa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d2ab8c28d14d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cd1945b7d14d5c" /><Relationship Type="http://schemas.openxmlformats.org/officeDocument/2006/relationships/notesMaster" Target="/ppt/notesMasters/notesMaster1.xml" Id="R52ee25739218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23bf962533411d" /><Relationship Type="http://schemas.openxmlformats.org/officeDocument/2006/relationships/notesMaster" Target="/ppt/notesMasters/notesMaster1.xml" Id="R8884fe52ad8a48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0301542fdf4ecf" /><Relationship Type="http://schemas.openxmlformats.org/officeDocument/2006/relationships/notesMaster" Target="/ppt/notesMasters/notesMaster1.xml" Id="Ra3d7c82d81f44f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e66c4b217248ab" /><Relationship Type="http://schemas.openxmlformats.org/officeDocument/2006/relationships/notesMaster" Target="/ppt/notesMasters/notesMaster1.xml" Id="R48c2fe8545114e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0dc2ebca44114" /><Relationship Type="http://schemas.openxmlformats.org/officeDocument/2006/relationships/notesMaster" Target="/ppt/notesMasters/notesMaster1.xml" Id="R23b6a2a3a18c41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концепция. Согласование идеи требует подтверждения. Оба автора указаны в предоставленной форме. Общая длительность выступления — до 3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Проблема: стоимость использованных ингредиентов отличается от суммы закупки. Условный пример: нужно 700 г, упаковка 500 г за 100 рублей — купить нужно две упаковки за 200 рублей.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функции бесплатной базы остаются бесплатными. Углублённая аналитика использует явные предпочтения и обратную связь; медицинских выводов не делает. ИИ предлагает варианты, код проверяет ограничения и считает. Для первой версии цены ручные или демонстрационные. Автоматические источники ещё не протестированы. Интеграции с Лентой, Ашаном, Перекрёстком, Пятёрочкой и Магнитом — развитие. Подробности и критерии в отчёте. Аналоги: https://www.eatthismuch.com/ ; https://samsungfood.com/food-plus/ ; https://www.anylist.com/meal-planning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Монетизация в будущем — партнёрские переходы и предложения при появлении договорённостей. Платная подписка не предусмотрена. Реклама маркируется и не меняет критерий экономичной корзины. Аудитория и спрос — гипотеза, интервью ещё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из двух участников. Отчёт содержит обзор шести аналогов по десяти характеристикам, 16 User Stories, 21 FR, 5 NFR, пять рисков и анализ работы с ИИ. Реализация приложения — следующие этапы.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f1a4747c44a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9a3f28a5d4c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93067aed44a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71e973a7343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0d899dd344d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007e561584b8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050c93ee440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f1d91554a48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6373733c24c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c5c99dc4f46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c11ca19b2472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8005ab54247a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0fef854cf486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24d99fdab4e9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fbf2d919a43d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e32c8340448b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c30fc885c40f2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F2044-7901-4675-9B8E-0CF3CB12AAA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95269" y="1122363"/>
            <a:ext cx="9001462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9352078-5C3B-4E9A-9643-6A2BDC9AAB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95269" y="3602038"/>
            <a:ext cx="9001462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6E1C4E-587C-4CB8-B5C1-CBD8D04ABB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76EB29-0E02-4CB4-9DCC-E83F767F2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685418-4261-4A18-9933-9D420A9A5D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7EADA1-4418-492A-B2A0-CC6ED7232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7E7478-99CE-4BB8-A8DE-F39D46EA36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05DED3-3ABF-4857-B957-565EF505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8D99B5-EA6D-43FC-9788-E5E919F0F9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BF75C7-66B6-4096-B80B-BE2F05147D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01E68F-3A27-4BEC-B6BD-FDD261318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29244" y="657226"/>
            <a:ext cx="9733512" cy="285273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4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6A9ABD-66B0-4350-94BC-FFE699582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29244" y="3602038"/>
            <a:ext cx="9733512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AA6D41-5DBA-4C7E-BF08-A4002FECCF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67908A-89D8-416C-A4C0-1D186CA520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A49E3B-7457-45C7-8D7B-B914B36BB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A1B026-6F91-4C9A-AA50-69045E9F3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632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B4FD8F-E195-430A-9F75-0F973C8375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3795" y="2088319"/>
            <a:ext cx="5106004" cy="37028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56BC120-67AD-415C-B712-7464BE3F1A6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3403" y="2088319"/>
            <a:ext cx="5094154" cy="37028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7294E3A-C867-465B-B43C-E8DE266855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901449-B982-488B-A081-D4DDF610D7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419EE5-44F5-4771-90C7-37E58085BE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65593-8B15-4402-9BBB-073597E31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71F93E-3091-490F-B42F-1AFED5089C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804" y="2088320"/>
            <a:ext cx="4879199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7E6226-2C0D-498C-B94C-893219420A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13795" y="2912232"/>
            <a:ext cx="5107208" cy="2878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28053BC-1D5A-40ED-A761-4E559DE632C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02003" y="2088320"/>
            <a:ext cx="4865554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88B0D98-013F-4D8E-BE4F-9BD1556196B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912232"/>
            <a:ext cx="5095357" cy="2878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1B8B711-E54A-4EEA-B269-A06373F38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18B8EE7-6BBB-4C97-84B4-618AB0DF0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37A2B00-21E4-4F13-9724-D571027B9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E45A05-E76C-47B4-B680-F31F4E413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3A1F943-705F-4485-A364-86DE4C79F2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05B806-25C6-405E-9648-ABD2DF93C8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D6476F8-0ECC-480A-AAB3-E15AAFCC0D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59B12E9-82E4-42DE-8B83-66ABB9B783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D1C1C3E-F4B2-4CD0-B4A7-0EE191684F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CEC64B7-E151-46CC-AC19-EE1CFAAF97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A2C34E-1CB0-458D-A16A-E209320137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28" y="609600"/>
            <a:ext cx="3932237" cy="2362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770D16-2A0B-4ACD-A1D0-771468F1CC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78064" y="609600"/>
            <a:ext cx="6189492" cy="5181600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DD00A-88F6-49BE-9B3B-9F5ADE9C5C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7228" y="2971800"/>
            <a:ext cx="3932237" cy="281939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8BDFC74-A526-4574-844E-7F5D707F7B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744071-DEAE-4D9D-B214-368A9B99CE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BCD658-869B-4EC0-8A5B-10AD920B57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272EB3-33FF-4E62-8375-86F278C7D4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27" y="609600"/>
            <a:ext cx="5929773" cy="2362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4909754-C10A-459E-BC3A-F6B9B8AF379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7424804" y="758881"/>
            <a:ext cx="3255356" cy="4883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C130C3-92F6-4A60-96BD-A7090F5C0B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2971800"/>
            <a:ext cx="5934950" cy="2819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5A8F6EF-69B4-4326-8835-9F21C3B82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BEF6C1-6D45-4F56-910A-75E071C993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62FE5C-27FC-447E-9476-7FBC7FF2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86D744-2BA3-4304-96F6-66AB288A1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806" y="4289372"/>
            <a:ext cx="10367564" cy="81935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7F1590-EF57-4768-8E74-320A0D4D9D8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913806" y="621321"/>
            <a:ext cx="10367564" cy="337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F16475-EE65-4206-8D1F-35C063FEF9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5" y="5108728"/>
            <a:ext cx="10365998" cy="6824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CB32C3-5155-426C-AC91-87ABC8EBF4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3B0B05-4863-4660-A84D-4F9B92B92A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6926518-2A55-490E-B7B4-2CF2BD0277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2E4B0F-48AD-47BC-8102-EF0678259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2" cy="342485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C6578C-5DC2-434F-92F7-A9AB036482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5" y="4204820"/>
            <a:ext cx="10353761" cy="159218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E6E5D2-7D9A-4872-9E20-F9B4FD3041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1E0D9C4-9B7B-4CE2-8AA3-232AA8DB91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3C71E28-5827-4882-AD1E-FC218FD38F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6597DA-DFFE-46B5-8729-57E26555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2" y="609600"/>
            <a:ext cx="9302752" cy="299290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5AE5E90-C1D0-4F6B-BD2B-85A01E00E2D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20644" y="3610032"/>
            <a:ext cx="8752299" cy="42681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78B1176-6B7B-42EF-868B-ED3EC7ABBC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4204821"/>
            <a:ext cx="10353762" cy="158638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54E049-6F30-4681-8F05-51E58F4C0A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9131C99-3234-48B8-8396-675F5E1D34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3026F4-B290-4E0C-ACFF-AC5D35FDAB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6F60975-E157-464E-81CF-9BF4E1C2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735241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D68154-8ABC-4803-B1AC-192DC4C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956" y="2972093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FD8DE6-33D5-4186-9932-8FCCC9D66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806" y="2126942"/>
            <a:ext cx="10355327" cy="251183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F3D3D0-4FE9-48C0-A739-9384AAB715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4650556"/>
            <a:ext cx="10353763" cy="114064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1D4A5A-A3A3-4641-96E1-BC4A822429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EDE17D-84AB-429F-9B16-DB7A119CDF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641471E-2214-44F6-9A04-9686885806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9580CD52-64B9-4C32-9134-D596BEEBF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4" y="609600"/>
            <a:ext cx="10353762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ADE925-0B58-446B-A694-29C714CDFF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4" y="2088319"/>
            <a:ext cx="3298956" cy="82330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2F0FD7-38FF-45F8-9745-E3D58DBB837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913794" y="2911624"/>
            <a:ext cx="3298956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C1E67B5-7805-4C75-822D-1A4BEE35C9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444878" y="2088320"/>
            <a:ext cx="3298558" cy="82330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3F87E9-E803-4DDF-9602-58F460EE8950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444878" y="2911624"/>
            <a:ext cx="3299821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1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9AF7367-94AA-4BE9-90E1-4CF40157D15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973298" y="2088320"/>
            <a:ext cx="3291211" cy="82330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81AC8E6-6215-43B8-8361-4E4E1B2086E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7976346" y="2911624"/>
            <a:ext cx="3291211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7F4F6B6-C806-46E6-BB9C-BD9EDCE56A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9E49990-49FF-459B-BF90-C49EDC27ED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1848B12-2300-4780-9D20-958D2252FA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1">
            <a:extLst xmlns:a="http://schemas.openxmlformats.org/drawingml/2006/main">
              <a:ext uri="{FF2B5EF4-FFF2-40B4-BE49-F238E27FC236}">
                <a16:creationId xmlns:a16="http://schemas.microsoft.com/office/drawing/2014/main" id="{DAC8B824-1B5C-45BD-87BD-FBF717A44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2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1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ED346-44FF-4C96-8406-965B4863F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5" y="4195899"/>
            <a:ext cx="3298955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B82302A-ABE0-4190-9042-03EAC2B6946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1092020" y="2298987"/>
            <a:ext cx="2940050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0CE322-072A-4C0E-B313-ED3C34DE706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913795" y="4772161"/>
            <a:ext cx="3298955" cy="10190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FDBBDAA-CAA5-4FA9-BEAE-A83C7AE41AF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442701" y="4195899"/>
            <a:ext cx="329898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4951DFE-B7DA-488F-8790-1D0C6DF0B47A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4568996" y="2298987"/>
            <a:ext cx="2930525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083B3F3-7D59-4547-A1DE-AEF266C03CB3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4441348" y="4772160"/>
            <a:ext cx="3300336" cy="10190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2D1643B-D428-476C-B2F9-FA0C706335D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973423" y="4195899"/>
            <a:ext cx="3289900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FD8C085-F678-4CD7-911F-C11E5959AF30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8152803" y="2298987"/>
            <a:ext cx="2932113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E5A988-74CF-4965-ABE3-29B76AAE7422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973298" y="4772161"/>
            <a:ext cx="3294258" cy="101903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D292E90-B160-4F7C-9F2C-6A7AA77B33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36A5747-4AFE-4E3F-A866-BC8C26C4D3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79DE2C0-F1B4-4609-A78A-E6232529CD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BFC295-8A42-46BF-B22E-E643EFE5D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4336A4-6AFC-4F98-89AF-EA353FC79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975C24-632D-470F-931C-6610E82C63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FE1F2C-359F-4D4D-AA82-8F59CCC631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E93CA5-5F02-456F-984E-FBE65B1520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1C457EF-3D6E-49EC-BC4D-57EF95D1D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609599"/>
            <a:ext cx="2542657" cy="5181601"/>
          </a:xfrm>
        </p:spPr>
        <p:txBody>
          <a:bodyPr xmlns:a="http://schemas.openxmlformats.org/drawingml/2006/main" vert="eaVert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492705-AD47-4822-97A6-6749CB50B8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4" y="609599"/>
            <a:ext cx="7658705" cy="518160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1C074B-BDB4-4746-BA61-E44DAAAD2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53A516-315E-46E6-AC2B-1AE1515AEA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DEEB7F-48DE-4DF6-BEF6-97D86603C4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fec3f62144094" /><Relationship Type="http://schemas.openxmlformats.org/officeDocument/2006/relationships/slideLayout" Target="/ppt/slideLayouts/slideLayout1.xml" Id="Rce6c23de18cb43a4" /><Relationship Type="http://schemas.openxmlformats.org/officeDocument/2006/relationships/slideLayout" Target="/ppt/slideLayouts/slideLayout2.xml" Id="R296ad50822154d6c" /><Relationship Type="http://schemas.openxmlformats.org/officeDocument/2006/relationships/slideLayout" Target="/ppt/slideLayouts/slideLayout3.xml" Id="Ra3a525253aad4651" /><Relationship Type="http://schemas.openxmlformats.org/officeDocument/2006/relationships/slideLayout" Target="/ppt/slideLayouts/slideLayout4.xml" Id="R5e3e7ff79bdb42d0" /><Relationship Type="http://schemas.openxmlformats.org/officeDocument/2006/relationships/slideLayout" Target="/ppt/slideLayouts/slideLayout5.xml" Id="R32d50852f8d5420d" /><Relationship Type="http://schemas.openxmlformats.org/officeDocument/2006/relationships/slideLayout" Target="/ppt/slideLayouts/slideLayout6.xml" Id="Rd37cbeea6e314418" /><Relationship Type="http://schemas.openxmlformats.org/officeDocument/2006/relationships/slideLayout" Target="/ppt/slideLayouts/slideLayout7.xml" Id="Rcaeba0dd79174826" /><Relationship Type="http://schemas.openxmlformats.org/officeDocument/2006/relationships/slideLayout" Target="/ppt/slideLayouts/slideLayout8.xml" Id="R9e60571e8d77470b" /><Relationship Type="http://schemas.openxmlformats.org/officeDocument/2006/relationships/slideLayout" Target="/ppt/slideLayouts/slideLayout9.xml" Id="Rdf5bdb7a5d1e49b4" /><Relationship Type="http://schemas.openxmlformats.org/officeDocument/2006/relationships/slideLayout" Target="/ppt/slideLayouts/slideLayout10.xml" Id="R0ba11a13c04146e9" /><Relationship Type="http://schemas.openxmlformats.org/officeDocument/2006/relationships/slideLayout" Target="/ppt/slideLayouts/slideLayout11.xml" Id="R87ccbd1ec50f4f1e" /><Relationship Type="http://schemas.openxmlformats.org/officeDocument/2006/relationships/slideLayout" Target="/ppt/slideLayouts/slideLayout12.xml" Id="Rb4d0aa1d9e014045" /><Relationship Type="http://schemas.openxmlformats.org/officeDocument/2006/relationships/slideLayout" Target="/ppt/slideLayouts/slideLayout13.xml" Id="R56b4047d91a242a0" /><Relationship Type="http://schemas.openxmlformats.org/officeDocument/2006/relationships/slideLayout" Target="/ppt/slideLayouts/slideLayout14.xml" Id="R2f4922f1b0144b09" /><Relationship Type="http://schemas.openxmlformats.org/officeDocument/2006/relationships/slideLayout" Target="/ppt/slideLayouts/slideLayout15.xml" Id="Re81f2f9466054384" /><Relationship Type="http://schemas.openxmlformats.org/officeDocument/2006/relationships/slideLayout" Target="/ppt/slideLayouts/slideLayout16.xml" Id="Rb9ef7de1fffa4cd7" /><Relationship Type="http://schemas.openxmlformats.org/officeDocument/2006/relationships/slideLayout" Target="/ppt/slideLayouts/slideLayout17.xml" Id="Rdd3d82ba584b4b20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EEDEE7E-A00B-4582-88B9-F84C81073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6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A0EDC4-777A-4A39-A11F-006F5E1EB5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5" y="2096064"/>
            <a:ext cx="10353762" cy="36951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2999F6-50DC-4A43-90FB-73FCD0DEBD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678736" y="5883275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ABAC66-835E-4F9B-AF37-A306A166D9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13794" y="5883275"/>
            <a:ext cx="667286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8A728B-8A43-4048-ACD5-DAF5A1DAC2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514011" y="5883275"/>
            <a:ext cx="7535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c23de18cb43a4"/>
    <p:sldLayoutId xmlns:r="http://schemas.openxmlformats.org/officeDocument/2006/relationships" id="2147483650" r:id="R296ad50822154d6c"/>
    <p:sldLayoutId xmlns:r="http://schemas.openxmlformats.org/officeDocument/2006/relationships" id="2147483651" r:id="Ra3a525253aad4651"/>
    <p:sldLayoutId xmlns:r="http://schemas.openxmlformats.org/officeDocument/2006/relationships" id="2147483652" r:id="R5e3e7ff79bdb42d0"/>
    <p:sldLayoutId xmlns:r="http://schemas.openxmlformats.org/officeDocument/2006/relationships" id="2147483653" r:id="R32d50852f8d5420d"/>
    <p:sldLayoutId xmlns:r="http://schemas.openxmlformats.org/officeDocument/2006/relationships" id="2147483654" r:id="Rd37cbeea6e314418"/>
    <p:sldLayoutId xmlns:r="http://schemas.openxmlformats.org/officeDocument/2006/relationships" id="2147483655" r:id="Rcaeba0dd79174826"/>
    <p:sldLayoutId xmlns:r="http://schemas.openxmlformats.org/officeDocument/2006/relationships" id="2147483656" r:id="R9e60571e8d77470b"/>
    <p:sldLayoutId xmlns:r="http://schemas.openxmlformats.org/officeDocument/2006/relationships" id="2147483657" r:id="Rdf5bdb7a5d1e49b4"/>
    <p:sldLayoutId xmlns:r="http://schemas.openxmlformats.org/officeDocument/2006/relationships" id="2147483658" r:id="R0ba11a13c04146e9"/>
    <p:sldLayoutId xmlns:r="http://schemas.openxmlformats.org/officeDocument/2006/relationships" id="2147483659" r:id="R87ccbd1ec50f4f1e"/>
    <p:sldLayoutId xmlns:r="http://schemas.openxmlformats.org/officeDocument/2006/relationships" id="2147483660" r:id="Rb4d0aa1d9e014045"/>
    <p:sldLayoutId xmlns:r="http://schemas.openxmlformats.org/officeDocument/2006/relationships" id="2147483661" r:id="R56b4047d91a242a0"/>
    <p:sldLayoutId xmlns:r="http://schemas.openxmlformats.org/officeDocument/2006/relationships" id="2147483662" r:id="R2f4922f1b0144b09"/>
    <p:sldLayoutId xmlns:r="http://schemas.openxmlformats.org/officeDocument/2006/relationships" id="2147483663" r:id="Re81f2f9466054384"/>
    <p:sldLayoutId xmlns:r="http://schemas.openxmlformats.org/officeDocument/2006/relationships" id="2147483664" r:id="Rb9ef7de1fffa4cd7"/>
    <p:sldLayoutId xmlns:r="http://schemas.openxmlformats.org/officeDocument/2006/relationships" id="2147483665" r:id="Rdd3d82ba584b4b20"/>
  </p:sldLayoutIdLst>
  <p:txStyles>
    <p:titleStyle>
      <a:lvl1pPr xmlns:a="http://schemas.openxmlformats.org/drawingml/2006/main" algn="ctr" defTabSz="914400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2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1d49eda684b03" /><Relationship Type="http://schemas.openxmlformats.org/officeDocument/2006/relationships/notesSlide" Target="/ppt/notesSlides/notesSlide1.xml" Id="Rf30481cf26a641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21d6339e8437e" /><Relationship Type="http://schemas.openxmlformats.org/officeDocument/2006/relationships/notesSlide" Target="/ppt/notesSlides/notesSlide2.xml" Id="R4928b62786e840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895f0ca84943ad" /><Relationship Type="http://schemas.openxmlformats.org/officeDocument/2006/relationships/notesSlide" Target="/ppt/notesSlides/notesSlide3.xml" Id="R190ddc205694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0d4f4b0c64f5d" /><Relationship Type="http://schemas.openxmlformats.org/officeDocument/2006/relationships/notesSlide" Target="/ppt/notesSlides/notesSlide4.xml" Id="R6692947753ab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4ea1f87ce42e5" /><Relationship Type="http://schemas.openxmlformats.org/officeDocument/2006/relationships/notesSlide" Target="/ppt/notesSlides/notesSlide5.xml" Id="Rd4344df7a96843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756BDCF-B00F-F01F-D413-31D5FC2EA8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Fit Nutrition Supply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568EA80D-C628-02A2-DA2C-2ACF18B695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Планирование питания и покупок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Чипига Алексей Александрович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Фазлыев А. А.</a:t>
            </a:r>
          </a:p>
        </p:txBody>
      </p:sp>
    </p:spTree>
    <p:extLst>
      <p:ext uri="{BB962C8B-B14F-4D97-AF65-F5344CB8AC3E}">
        <p14:creationId xmlns:p14="http://schemas.microsoft.com/office/powerpoint/2010/main" val="14057255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C1F6CBD-7856-1CFF-30D3-B2D70793F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74200D00-7785-C248-B787-C44D61821C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>
            <a:defPPr algn="l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Меню, продукты и расходы приходится планировать отдельно.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подобрать знакомые блюда под свои предпочтения?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собрать общий список продуктов на неделю?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Сколько придётся заплатить за целые упаковки?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замена блюда повлияет на бюджет?</a:t>
            </a:r>
          </a:p>
        </p:txBody>
      </p:sp>
    </p:spTree>
    <p:extLst>
      <p:ext uri="{BB962C8B-B14F-4D97-AF65-F5344CB8AC3E}">
        <p14:creationId xmlns:p14="http://schemas.microsoft.com/office/powerpoint/2010/main" val="4125294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83C834A-D805-7D05-0C35-A4E4FE4D5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EE56586A-B064-5DFD-C250-666D608C26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Меню на неделю с учётом предпочтений и ограничений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Общий список покупок и расчёт стоимости упаковок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Замена блюда с пересчётом продуктов и расходов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Бесплатная углублённая аналитика предпочтений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В развитии: сравнение магазинов и партнёрские скидки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Дальнейшие этапы: месяц планирования и интеграции</a:t>
            </a:r>
          </a:p>
        </p:txBody>
      </p:sp>
    </p:spTree>
    <p:extLst>
      <p:ext uri="{BB962C8B-B14F-4D97-AF65-F5344CB8AC3E}">
        <p14:creationId xmlns:p14="http://schemas.microsoft.com/office/powerpoint/2010/main" val="3124421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ECEE5C1-FB1F-8EC2-A940-47AB98A7B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400" b="1">
                <a:solidFill>
                  <a:srgbClr val="FFFFFF"/>
                </a:solidFill>
              </a:defRPr>
            </a:pPr>
            <a:r>
              <a:rPr sz="3400" b="1">
                <a:solidFill>
                  <a:srgbClr val="FFFFFF"/>
                </a:solidFill>
              </a:rPr>
              <a:t>Целевая аудитория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F7C18DD-2F5C-79F0-C5C1-F58A128BBD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Люди, которые планируют питание и закупки для себя или семьи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Пользователи, которым важны бюджет и знакомые блюда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Те, кто хочет учитывать свои предпочтения без ручных расчётов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Сценарий: выбрать меню, проверить расходы, получить список</a:t>
            </a:r>
          </a:p>
        </p:txBody>
      </p:sp>
    </p:spTree>
    <p:extLst>
      <p:ext uri="{BB962C8B-B14F-4D97-AF65-F5344CB8AC3E}">
        <p14:creationId xmlns:p14="http://schemas.microsoft.com/office/powerpoint/2010/main" val="2365133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336BC14-2B99-2891-9D97-984222DE2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6F19007E-D424-CF74-8568-20E737B3F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Чипига Алексей Александрович</a:t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Фазлыев А. А.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Fit Nutrition Supply</a:t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Концепция и спецификация учебного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971648947"/>
      </p:ext>
    </p:extLst>
  </p:cSld>
</p:sld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2026-10-08T18:27:45.3890000Z</dcterms:created>
  <dcterms:modified xsi:type="dcterms:W3CDTF">2026-10-08T18:27:45.3890000Z</dcterms:modified>
</coreProperties>
</file>