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499dcbe7834595" /><Relationship Type="http://schemas.openxmlformats.org/officeDocument/2006/relationships/extended-properties" Target="/docProps/app.xml" Id="R579eb71120984faf" /><Relationship Type="http://schemas.openxmlformats.org/officeDocument/2006/relationships/officeDocument" Target="/ppt/presentation.xml" Id="R726c7e03eeab4f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c5e93660c840e7"/>
  </p:sldMasterIdLst>
  <p:notesMasterIdLst>
    <p:notesMasterId xmlns:r="http://schemas.openxmlformats.org/officeDocument/2006/relationships" r:id="R92e6de85ce3545e7"/>
  </p:notesMasterIdLst>
  <p:sldIdLst>
    <p:sldId xmlns:r="http://schemas.openxmlformats.org/officeDocument/2006/relationships" id="256" r:id="R211d73318541469a"/>
    <p:sldId xmlns:r="http://schemas.openxmlformats.org/officeDocument/2006/relationships" id="257" r:id="R57123f8ea2a74983"/>
    <p:sldId xmlns:r="http://schemas.openxmlformats.org/officeDocument/2006/relationships" id="258" r:id="R64e707e275354e8f"/>
    <p:sldId xmlns:r="http://schemas.openxmlformats.org/officeDocument/2006/relationships" id="259" r:id="R6957880a089f43af"/>
    <p:sldId xmlns:r="http://schemas.openxmlformats.org/officeDocument/2006/relationships" id="260" r:id="Rb08f003d3f1f4eb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52beef5aa431b" /><Relationship Type="http://schemas.openxmlformats.org/officeDocument/2006/relationships/slideMaster" Target="/ppt/slideMasters/slideMaster1.xml" Id="Rc1c5e93660c840e7" /><Relationship Type="http://schemas.openxmlformats.org/officeDocument/2006/relationships/notesMaster" Target="/ppt/notesMasters/notesMaster1.xml" Id="R92e6de85ce3545e7" /><Relationship Type="http://schemas.openxmlformats.org/officeDocument/2006/relationships/presProps" Target="/ppt/presProps.xml" Id="R8213d183c9d74296" /><Relationship Type="http://schemas.openxmlformats.org/officeDocument/2006/relationships/viewProps" Target="/ppt/viewProps.xml" Id="R6dbcdf88f8a44810" /><Relationship Type="http://schemas.openxmlformats.org/officeDocument/2006/relationships/tableStyles" Target="/ppt/tableStyles.xml" Id="R7a98bed8cba141f2" /><Relationship Type="http://schemas.openxmlformats.org/officeDocument/2006/relationships/slide" Target="/ppt/slides/slide1.xml" Id="R211d73318541469a" /><Relationship Type="http://schemas.openxmlformats.org/officeDocument/2006/relationships/slide" Target="/ppt/slides/slide2.xml" Id="R57123f8ea2a74983" /><Relationship Type="http://schemas.openxmlformats.org/officeDocument/2006/relationships/slide" Target="/ppt/slides/slide3.xml" Id="R64e707e275354e8f" /><Relationship Type="http://schemas.openxmlformats.org/officeDocument/2006/relationships/slide" Target="/ppt/slides/slide4.xml" Id="R6957880a089f43af" /><Relationship Type="http://schemas.openxmlformats.org/officeDocument/2006/relationships/slide" Target="/ppt/slides/slide5.xml" Id="Rb08f003d3f1f4e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b4da1d12d548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cf40fdb92e4e93" /><Relationship Type="http://schemas.openxmlformats.org/officeDocument/2006/relationships/notesMaster" Target="/ppt/notesMasters/notesMaster1.xml" Id="R7d595a5847fd49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0158724bb443c1" /><Relationship Type="http://schemas.openxmlformats.org/officeDocument/2006/relationships/notesMaster" Target="/ppt/notesMasters/notesMaster1.xml" Id="R025fd1df4355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296d1fa9bb4bb7" /><Relationship Type="http://schemas.openxmlformats.org/officeDocument/2006/relationships/notesMaster" Target="/ppt/notesMasters/notesMaster1.xml" Id="Rbfb1cb62f97b4e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a75534e5ab45af" /><Relationship Type="http://schemas.openxmlformats.org/officeDocument/2006/relationships/notesMaster" Target="/ppt/notesMasters/notesMaster1.xml" Id="R378f4619a10249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f1a661dcbf4793" /><Relationship Type="http://schemas.openxmlformats.org/officeDocument/2006/relationships/notesMaster" Target="/ppt/notesMasters/notesMaster1.xml" Id="Rdbc6200738574f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Учебная концепция. Согласование идеи требует подтверждения. Оба автора указаны в предоставленной форме. Общая длительность выступления — до 3 минут.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Проблема: стоимость использованных ингредиентов отличается от суммы закупки. Условный пример: нужно 700 г, упаковка 500 г за 100 рублей — купить нужно две упаковки за 200 рублей.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функции базы бесплатны для пользователя. Углублённая аналитика использует явные предпочтения и оценки; медицинских выводов не делает. Расчёты, подбор и объяснения выполняются в браузере по правилам. Сервер, аккаунты и постоянные обращения к платной модели не обязательны. Пользователь может копировать запрос для внешнего ИИ по желанию. Цены вводятся вручную или импортируются CSV; демонстрационные цены отмечены. Данные сохраняются локально, перенос возможен через JSON. Автоматические источники ещё не протестированы. Интеграции с Лентой, Ашаном, Перекрёстком, Пятёрочкой и Магнитом — развитие. Подробности и критерии в отчёте. Аналоги: https://www.eatthismuch.com/ ; https://samsungfood.com/food-plus/ ; https://www.anylist.com/meal-planning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Монетизация в будущем — партнёрские переходы и предложения при появлении договорённостей. Платная подписка не предусмотрена. Реклама маркируется и не меняет критерий экономичной корзины. Аудитория и спрос — гипотеза, интервью ещё не проводились.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из двух участников. Отчёт содержит обзор шести аналогов по десяти характеристикам, 16 User Stories, 21 FR, 5 NFR, пять рисков и анализ работы с ИИ. Реализация приложения — следующие этапы.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0bb38cbd644b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4859ef10a342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b86c82ee341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269fce2ab475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779aa69704b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ffa4f97f3441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86a0dc4b6d4a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cbac5c006473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77429c476494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7d794adf7a4f7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1dc3d1af045d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3b1d7b01ec4c6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e1973141e54b7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ae7f71e58040b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c1fe9b0fb4f8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0a95cce08489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8c1a7ba9a4728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07E525-9B8B-40D7-BCC8-76AE07F209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95269" y="1122363"/>
            <a:ext cx="9001462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F805510-840F-46F9-B63A-B3F483EE2B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95269" y="3602038"/>
            <a:ext cx="9001462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41D458-1556-4C28-B5A6-76A06402D5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6145568-EA8F-4AC0-B026-F859C5CE88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1C763C-ECC8-478C-8855-F646A16DB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47E598-251A-4241-8563-B3E6EDF80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8EF481-32BC-4997-B126-CED956FD51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DADDBE-BA15-4CF0-8239-8566312A24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77C4DF-2F6E-4D88-9CDB-23A20F5459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2270B4-117B-4012-AD85-51E1E3BE7E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4A55D7-48FC-4F04-A415-2BEEFED1ED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29244" y="657226"/>
            <a:ext cx="9733512" cy="285273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4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F17B86-26D8-438B-AE4E-AEDCDA14A3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29244" y="3602038"/>
            <a:ext cx="9733512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6FBD1B-4AF2-4FB9-8668-0D3C3A7E7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EBCF22-65CF-4B04-B332-74135E2A7E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872A043-06AA-405E-8971-02AFF14291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F1043D-6D11-42F3-9573-E97BFB411A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632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1D10537-EF62-49FE-815B-EAE687D4CE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3795" y="2088319"/>
            <a:ext cx="5106004" cy="37028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CBB0DB8-E893-4CCA-A19A-4346CF33CD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3403" y="2088319"/>
            <a:ext cx="5094154" cy="37028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7E9D676-363C-47D0-AF58-DECF6C8389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5B582A6-5AD5-45BF-8F1D-DE6B9BB397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C21630-7D5A-4229-BE31-F86F399632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E31B26-DED0-4C47-95F9-BFD0A09119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7751AF-3166-4F5D-8C4D-6B922EAA75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804" y="2088320"/>
            <a:ext cx="4879199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F21544-7B4A-454D-B7F4-DF8A89B8DF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13795" y="2912232"/>
            <a:ext cx="5107208" cy="28789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B6A3934-D178-4691-AC92-3035886962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402003" y="2088320"/>
            <a:ext cx="4865554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87C26A6-1639-42DB-B1E5-9B1C8E4301A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912232"/>
            <a:ext cx="5095357" cy="28789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40B71FE-0179-4C61-83EB-42B9F5B13B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3D29FF0-FFC3-443D-BFDE-512B17DA9A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2FC5648-CE61-4B3B-BCF9-2C229DF40F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587CD0-9194-4B74-BB83-B8E8A30F9D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92F8B61-4D5B-4E47-973E-65BFBD531F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581BF6E-77A9-4341-8B1A-C76ED2F3E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7B3AB9F-116D-4A98-9752-6B9D2A536B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B0B71F-A571-49BE-814E-BC816B8AC8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5A5B008-8B63-4614-A646-AC2DE7675D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458A2A0-7864-455E-BA86-EB824FF54A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C48EB5-67D4-4EE0-A070-3E8AC652C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228" y="609600"/>
            <a:ext cx="3932237" cy="2362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1E05A6-41B1-4ACD-98DD-012509074E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078064" y="609600"/>
            <a:ext cx="6189492" cy="5181600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1F3C854-6C55-4C72-82C2-64904B678C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7228" y="2971800"/>
            <a:ext cx="3932237" cy="281939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A72BF5-5BE0-488C-888E-8FD249AC7D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69A889-53DE-4BF9-B6BC-DE7DF01426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FEF3815-50B2-4989-90FE-DFA188B8BF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1CA493-DC30-46C6-878B-6B70B85D4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227" y="609600"/>
            <a:ext cx="5929773" cy="2362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DEF288B-66B3-4091-8329-68C89D509DD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7424804" y="758881"/>
            <a:ext cx="3255356" cy="4883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6254789-F4AD-43E5-BA59-CCB06E9CCB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2971800"/>
            <a:ext cx="5934950" cy="2819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0D8F87-7FB9-4132-826B-EE751EEC08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116E14B-ED99-46ED-B6F3-7FBC3CA833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5B8468-5EBE-4C6A-BAE6-42191E5746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158957-3CAF-483A-ADED-E425AD3FE1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806" y="4289372"/>
            <a:ext cx="10367564" cy="81935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44A0E04-DB5F-4407-99F1-05590841CAC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913806" y="621321"/>
            <a:ext cx="10367564" cy="337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03FDAB-B04C-4273-8BE6-442DF51419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5" y="5108728"/>
            <a:ext cx="10365998" cy="6824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84A1181-5AD8-475E-9B30-CC96710F1D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D7852F1-C9FE-4807-BFB7-47CF4FBF61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E95D31C-BCFD-4128-AC1D-6CA4D2DF85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32E428-3184-4214-90F0-CD478B1FD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2" cy="342485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C8824D4-50C2-4F5C-8058-690BA7E5F6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5" y="4204820"/>
            <a:ext cx="10353761" cy="1592186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8B3B5E-E9EC-4834-8A2E-E7E42E04CA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F218D57-B232-489B-9594-CB5F2A87B8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2921392-AA4B-4AAA-AF34-7409238842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2C9716-258E-4CAD-8A1A-B5E0A94D1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6212" y="609600"/>
            <a:ext cx="9302752" cy="299290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2C353A2-6E90-4F6A-8D6D-EA06D8DC1AA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720644" y="3610032"/>
            <a:ext cx="8752299" cy="42681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C689AD1-5EE0-4952-A2C0-5E975B6A57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4204821"/>
            <a:ext cx="10353762" cy="158638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766C39-EB8D-466B-81FF-EFB5143AD0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2FEB71F-7C82-4C37-B8A1-6E7818286B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3EDB20-7654-4F84-874C-4AFF9D3D2C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B7ABF2-A78B-4613-9494-6265C710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735241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409E302-278D-455F-BC61-67B3EFC2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956" y="2972093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6F5453-4541-42B8-9BBA-F0D418340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806" y="2126942"/>
            <a:ext cx="10355327" cy="251183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BB5CE8-385C-40F0-A78B-6C6B63EB65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4650556"/>
            <a:ext cx="10353763" cy="1140644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1CEEB6-087F-48DC-AB35-D8FFDE1949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0C4FCF-EEA7-46A2-AAAC-8104BC7727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6555402-770C-4651-ADB8-EA37522160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21A6A2F9-4AFE-458C-8ED8-46995EAE9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4" y="609600"/>
            <a:ext cx="10353762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15E5FD-2129-4311-B59C-1C983518CD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4" y="2088319"/>
            <a:ext cx="3298956" cy="823305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BBE93AD-BF70-4F7D-A609-59B9ACB7724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913794" y="2911624"/>
            <a:ext cx="3298956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AB75DF8-489E-4534-9CCB-C469E455942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444878" y="2088320"/>
            <a:ext cx="3298558" cy="82330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AEA0343-807B-4C23-8623-145FD85E2120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444878" y="2911624"/>
            <a:ext cx="3299821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1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CED2350-4D66-4DE8-9491-1E60418334A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973298" y="2088320"/>
            <a:ext cx="3291211" cy="82330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205A258-176C-40FB-9AE9-DA643D1BA205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7976346" y="2911624"/>
            <a:ext cx="3291211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ABB3AEE-DC67-4A0B-8EC2-411CF1171E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575B588-C140-4AB1-823C-CB708521A8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754BAEA-5A7E-45E5-BCDC-973C206C74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1">
            <a:extLst xmlns:a="http://schemas.openxmlformats.org/drawingml/2006/main">
              <a:ext uri="{FF2B5EF4-FFF2-40B4-BE49-F238E27FC236}">
                <a16:creationId xmlns:a16="http://schemas.microsoft.com/office/drawing/2014/main" id="{E0A000FA-2EB5-48F4-9DB8-EF9F6C253F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2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1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BF56534-DD89-413A-8B7D-A0B7959DAE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5" y="4195899"/>
            <a:ext cx="3298955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0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532A5FA-B5FB-4D65-AD4A-0C2BB0D94BFF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1092020" y="2298987"/>
            <a:ext cx="2940050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5B67CB6-6D02-4D00-9D3F-1A1FE4246B4D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913795" y="4772161"/>
            <a:ext cx="3298955" cy="10190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2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6EE9639-B2A6-40B4-BE20-5FF993EDC50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442701" y="4195899"/>
            <a:ext cx="329898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60C9A8B-9FE9-461C-A939-CCF9FE046E6B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4568996" y="2298987"/>
            <a:ext cx="2930525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9022E5-EA14-43A6-990C-5DDC3B401731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4441348" y="4772160"/>
            <a:ext cx="3300336" cy="10190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C2444FE-5AD6-4703-B215-AF58C88CEF3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973423" y="4195899"/>
            <a:ext cx="3289900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6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8EEE7E2-E6B6-4A7B-8AB3-2B0FB3E55798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8152803" y="2298987"/>
            <a:ext cx="2932113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5964CF9-E9C1-4457-97C6-83E805D38FC4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973298" y="4772161"/>
            <a:ext cx="3294258" cy="1019037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C2B6DA-5219-4418-922E-60942B14EE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49F6492-8101-4D20-B2AF-1A6F76FFC1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4461914-8764-4102-B71D-BEA09EB070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9DFFE1-C2B0-42AD-9B70-278C1AABB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08E694-5DAF-46B9-A39D-E44C6379C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9F96A5-C5F4-4146-9D97-4F7A13EBD3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049A86-1C86-4578-B99E-24D36AF278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5B39F4-CEE8-4831-A9B1-92A2E0780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32F485B-5594-4557-926C-4B8B04B5D0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609599"/>
            <a:ext cx="2542657" cy="5181601"/>
          </a:xfrm>
        </p:spPr>
        <p:txBody>
          <a:bodyPr xmlns:a="http://schemas.openxmlformats.org/drawingml/2006/main" vert="eaVert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13F643-75EE-4823-AD60-3B2EA4FD44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4" y="609599"/>
            <a:ext cx="7658705" cy="518160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A33D56-2183-4135-ADD0-DE238092EE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CF9368-F655-4095-A50B-FB5660B127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1A93E0-624B-437E-831F-1DB8D0CFFD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e5f20687c745a7" /><Relationship Type="http://schemas.openxmlformats.org/officeDocument/2006/relationships/slideLayout" Target="/ppt/slideLayouts/slideLayout1.xml" Id="Raa456fa7faa741cc" /><Relationship Type="http://schemas.openxmlformats.org/officeDocument/2006/relationships/slideLayout" Target="/ppt/slideLayouts/slideLayout2.xml" Id="Rdaf58f0b89bd406a" /><Relationship Type="http://schemas.openxmlformats.org/officeDocument/2006/relationships/slideLayout" Target="/ppt/slideLayouts/slideLayout3.xml" Id="R2a37497956484759" /><Relationship Type="http://schemas.openxmlformats.org/officeDocument/2006/relationships/slideLayout" Target="/ppt/slideLayouts/slideLayout4.xml" Id="R0651246eb07448d7" /><Relationship Type="http://schemas.openxmlformats.org/officeDocument/2006/relationships/slideLayout" Target="/ppt/slideLayouts/slideLayout5.xml" Id="R85137f6a71234912" /><Relationship Type="http://schemas.openxmlformats.org/officeDocument/2006/relationships/slideLayout" Target="/ppt/slideLayouts/slideLayout6.xml" Id="R31765a7bf06348a5" /><Relationship Type="http://schemas.openxmlformats.org/officeDocument/2006/relationships/slideLayout" Target="/ppt/slideLayouts/slideLayout7.xml" Id="R7fa2caa7b02b4afb" /><Relationship Type="http://schemas.openxmlformats.org/officeDocument/2006/relationships/slideLayout" Target="/ppt/slideLayouts/slideLayout8.xml" Id="R9fcb5a5a552a42ae" /><Relationship Type="http://schemas.openxmlformats.org/officeDocument/2006/relationships/slideLayout" Target="/ppt/slideLayouts/slideLayout9.xml" Id="Rc52da487893047a0" /><Relationship Type="http://schemas.openxmlformats.org/officeDocument/2006/relationships/slideLayout" Target="/ppt/slideLayouts/slideLayout10.xml" Id="Rc6fb5ef4c1ea4876" /><Relationship Type="http://schemas.openxmlformats.org/officeDocument/2006/relationships/slideLayout" Target="/ppt/slideLayouts/slideLayout11.xml" Id="R5a1c6fd1412a4909" /><Relationship Type="http://schemas.openxmlformats.org/officeDocument/2006/relationships/slideLayout" Target="/ppt/slideLayouts/slideLayout12.xml" Id="R21690ffaeec54b07" /><Relationship Type="http://schemas.openxmlformats.org/officeDocument/2006/relationships/slideLayout" Target="/ppt/slideLayouts/slideLayout13.xml" Id="R4ed5e97930e64ece" /><Relationship Type="http://schemas.openxmlformats.org/officeDocument/2006/relationships/slideLayout" Target="/ppt/slideLayouts/slideLayout14.xml" Id="Rce6c19b6c9094a27" /><Relationship Type="http://schemas.openxmlformats.org/officeDocument/2006/relationships/slideLayout" Target="/ppt/slideLayouts/slideLayout15.xml" Id="R2d7c03c6596f4ebf" /><Relationship Type="http://schemas.openxmlformats.org/officeDocument/2006/relationships/slideLayout" Target="/ppt/slideLayouts/slideLayout16.xml" Id="Rc0b593dd1e794540" /><Relationship Type="http://schemas.openxmlformats.org/officeDocument/2006/relationships/slideLayout" Target="/ppt/slideLayouts/slideLayout17.xml" Id="R7f6e6473451a4023" /></Relationships>
</file>

<file path=ppt/slideMasters/slideMaster1.xml><?xml version="1.0" encoding="utf-8"?>
<p:sldMaster xmlns:p="http://schemas.openxmlformats.org/presentationml/2006/main">
  <p:cSld>
    <p:bg>
      <p:bgRef idx="1003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106A259-2B2E-48D2-9376-6A13726E1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63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0FE44E-D538-43ED-AE90-901C370D4B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5" y="2096064"/>
            <a:ext cx="10353762" cy="36951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E72ED5-5219-41E4-90D9-392ED424AD1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678736" y="5883275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92126A-7626-462E-8980-26313ACB50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913794" y="5883275"/>
            <a:ext cx="667286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7A987B-03CC-4875-A6EC-A69C449949F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514011" y="5883275"/>
            <a:ext cx="75354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456fa7faa741cc"/>
    <p:sldLayoutId xmlns:r="http://schemas.openxmlformats.org/officeDocument/2006/relationships" id="2147483650" r:id="Rdaf58f0b89bd406a"/>
    <p:sldLayoutId xmlns:r="http://schemas.openxmlformats.org/officeDocument/2006/relationships" id="2147483651" r:id="R2a37497956484759"/>
    <p:sldLayoutId xmlns:r="http://schemas.openxmlformats.org/officeDocument/2006/relationships" id="2147483652" r:id="R0651246eb07448d7"/>
    <p:sldLayoutId xmlns:r="http://schemas.openxmlformats.org/officeDocument/2006/relationships" id="2147483653" r:id="R85137f6a71234912"/>
    <p:sldLayoutId xmlns:r="http://schemas.openxmlformats.org/officeDocument/2006/relationships" id="2147483654" r:id="R31765a7bf06348a5"/>
    <p:sldLayoutId xmlns:r="http://schemas.openxmlformats.org/officeDocument/2006/relationships" id="2147483655" r:id="R7fa2caa7b02b4afb"/>
    <p:sldLayoutId xmlns:r="http://schemas.openxmlformats.org/officeDocument/2006/relationships" id="2147483656" r:id="R9fcb5a5a552a42ae"/>
    <p:sldLayoutId xmlns:r="http://schemas.openxmlformats.org/officeDocument/2006/relationships" id="2147483657" r:id="Rc52da487893047a0"/>
    <p:sldLayoutId xmlns:r="http://schemas.openxmlformats.org/officeDocument/2006/relationships" id="2147483658" r:id="Rc6fb5ef4c1ea4876"/>
    <p:sldLayoutId xmlns:r="http://schemas.openxmlformats.org/officeDocument/2006/relationships" id="2147483659" r:id="R5a1c6fd1412a4909"/>
    <p:sldLayoutId xmlns:r="http://schemas.openxmlformats.org/officeDocument/2006/relationships" id="2147483660" r:id="R21690ffaeec54b07"/>
    <p:sldLayoutId xmlns:r="http://schemas.openxmlformats.org/officeDocument/2006/relationships" id="2147483661" r:id="R4ed5e97930e64ece"/>
    <p:sldLayoutId xmlns:r="http://schemas.openxmlformats.org/officeDocument/2006/relationships" id="2147483662" r:id="Rce6c19b6c9094a27"/>
    <p:sldLayoutId xmlns:r="http://schemas.openxmlformats.org/officeDocument/2006/relationships" id="2147483663" r:id="R2d7c03c6596f4ebf"/>
    <p:sldLayoutId xmlns:r="http://schemas.openxmlformats.org/officeDocument/2006/relationships" id="2147483664" r:id="Rc0b593dd1e794540"/>
    <p:sldLayoutId xmlns:r="http://schemas.openxmlformats.org/officeDocument/2006/relationships" id="2147483665" r:id="R7f6e6473451a4023"/>
  </p:sldLayoutIdLst>
  <p:txStyles>
    <p:titleStyle>
      <a:lvl1pPr xmlns:a="http://schemas.openxmlformats.org/drawingml/2006/main" algn="ctr" defTabSz="914400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2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fc2278b77414e" /><Relationship Type="http://schemas.openxmlformats.org/officeDocument/2006/relationships/notesSlide" Target="/ppt/notesSlides/notesSlide1.xml" Id="Rc831b6de69b145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9515ef5bc94d97" /><Relationship Type="http://schemas.openxmlformats.org/officeDocument/2006/relationships/notesSlide" Target="/ppt/notesSlides/notesSlide2.xml" Id="Re29ab27bcfce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81ed7c14c64678" /><Relationship Type="http://schemas.openxmlformats.org/officeDocument/2006/relationships/notesSlide" Target="/ppt/notesSlides/notesSlide3.xml" Id="R07fa46ffced743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95216bb32342e9" /><Relationship Type="http://schemas.openxmlformats.org/officeDocument/2006/relationships/notesSlide" Target="/ppt/notesSlides/notesSlide4.xml" Id="R65f35891a3bb45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15b8b05b6b4e3e" /><Relationship Type="http://schemas.openxmlformats.org/officeDocument/2006/relationships/notesSlide" Target="/ppt/notesSlides/notesSlide5.xml" Id="Raf8a7af3279c49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756BDCF-B00F-F01F-D413-31D5FC2EA8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Fit Nutrition Supply</a:t>
            </a:r>
            <a:endParaRPr/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568EA80D-C628-02A2-DA2C-2ACF18B695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Планирование питания и покупок</a:t>
            </a:r>
          </a:p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Чипига Алексей Александрович</a:t>
            </a:r>
          </a:p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Фазлыев А. А.</a:t>
            </a:r>
          </a:p>
        </p:txBody>
      </p:sp>
    </p:spTree>
    <p:extLst>
      <p:ext uri="{BB962C8B-B14F-4D97-AF65-F5344CB8AC3E}">
        <p14:creationId xmlns:p14="http://schemas.microsoft.com/office/powerpoint/2010/main" val="14057255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C1F6CBD-7856-1CFF-30D3-B2D70793F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74200D00-7785-C248-B787-C44D61821C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>
            <a:defPPr algn="l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Меню, продукты и расходы приходится планировать отдельно.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Как подобрать знакомые блюда под свои предпочтения?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Как собрать общий список продуктов на неделю?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Сколько придётся заплатить за целые упаковки?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Как замена блюда повлияет на бюджет?</a:t>
            </a:r>
          </a:p>
        </p:txBody>
      </p:sp>
    </p:spTree>
    <p:extLst>
      <p:ext uri="{BB962C8B-B14F-4D97-AF65-F5344CB8AC3E}">
        <p14:creationId xmlns:p14="http://schemas.microsoft.com/office/powerpoint/2010/main" val="4125294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83C834A-D805-7D05-0C35-A4E4FE4D5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EE56586A-B064-5DFD-C250-666D608C26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Меню от 1 до 31 дня, предпочтения и ограничения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Запасы, список покупок, упаковки и бюджет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Замена блюд с пересчётом продуктов и расходов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Бесплатная аналитика и повторное использование планов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Импорт цен, печать списка и резервные копии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В будущем: источники цен и предложения партнёров</a:t>
            </a:r>
          </a:p>
        </p:txBody>
      </p:sp>
    </p:spTree>
    <p:extLst>
      <p:ext uri="{BB962C8B-B14F-4D97-AF65-F5344CB8AC3E}">
        <p14:creationId xmlns:p14="http://schemas.microsoft.com/office/powerpoint/2010/main" val="31244213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ECEE5C1-FB1F-8EC2-A940-47AB98A7B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400" b="1">
                <a:solidFill>
                  <a:srgbClr val="FFFFFF"/>
                </a:solidFill>
              </a:defRPr>
            </a:pPr>
            <a:r>
              <a:rPr sz="3400" b="1">
                <a:solidFill>
                  <a:srgbClr val="FFFFFF"/>
                </a:solidFill>
              </a:rPr>
              <a:t>Целевая аудитория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F7C18DD-2F5C-79F0-C5C1-F58A128BBD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l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Люди, которые планируют питание и закупки для себя или семьи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Пользователи, которым важны бюджет и знакомые блюда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Те, кто хочет учитывать свои предпочтения без ручных расчётов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Сценарий: выбрать меню, проверить расходы, получить список</a:t>
            </a:r>
          </a:p>
        </p:txBody>
      </p:sp>
    </p:spTree>
    <p:extLst>
      <p:ext uri="{BB962C8B-B14F-4D97-AF65-F5344CB8AC3E}">
        <p14:creationId xmlns:p14="http://schemas.microsoft.com/office/powerpoint/2010/main" val="2365133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336BC14-2B99-2891-9D97-984222DE2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6F19007E-D424-CF74-8568-20E737B3F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Чипига Алексей Александрович</a:t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Фазлыев А. А.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Fit Nutrition Supply</a:t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Концепция и спецификация учебного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971648947"/>
      </p:ext>
    </p:extLst>
  </p:cSld>
</p:sld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2026-10-08T18:51:45.3910000Z</dcterms:created>
  <dcterms:modified xsi:type="dcterms:W3CDTF">2026-10-08T18:51:45.3910000Z</dcterms:modified>
</coreProperties>
</file>