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6BDCF-B00F-F01F-D413-31D5FC2EA8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Fit Nutrition Supply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8EA80D-C628-02A2-DA2C-2ACF18B69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Исполнитель: </a:t>
            </a:r>
          </a:p>
          <a:p>
            <a:r>
              <a:rPr lang="ru-RU" dirty="0"/>
              <a:t>Чипига Алексей Александрович Б23-191-2</a:t>
            </a:r>
          </a:p>
        </p:txBody>
      </p:sp>
    </p:spTree>
    <p:extLst>
      <p:ext uri="{BB962C8B-B14F-4D97-AF65-F5344CB8AC3E}">
        <p14:creationId xmlns:p14="http://schemas.microsoft.com/office/powerpoint/2010/main" val="140572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1F6CBD-7856-1CFF-30D3-B2D70793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200D00-7785-C248-B787-C44D61821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Сбалансированное и продуманное питание это очень трудозатратная задача с которой сталкивается каждый человек ежедневно.  Это ставит ряд бытовых вопросов которые нужное решить:</a:t>
            </a:r>
          </a:p>
          <a:p>
            <a:r>
              <a:rPr lang="ru-RU" dirty="0"/>
              <a:t>Как соблюсти баланс питательных веществ в своем рационе?</a:t>
            </a:r>
          </a:p>
          <a:p>
            <a:r>
              <a:rPr lang="ru-RU" dirty="0"/>
              <a:t>Как обеспечить разнообразие своего рациона чтобы не питаться однообразно?</a:t>
            </a:r>
          </a:p>
          <a:p>
            <a:r>
              <a:rPr lang="ru-RU" dirty="0"/>
              <a:t>Где приобрести продукты питания по выгодной цене из ряда популярных супермаркетов?</a:t>
            </a:r>
          </a:p>
          <a:p>
            <a:r>
              <a:rPr lang="ru-RU" dirty="0"/>
              <a:t>Что приготовить из этих продуктов?</a:t>
            </a:r>
          </a:p>
          <a:p>
            <a:r>
              <a:rPr lang="ru-RU" dirty="0"/>
              <a:t>Как спланировать бюджет для рациона?</a:t>
            </a:r>
          </a:p>
        </p:txBody>
      </p:sp>
    </p:spTree>
    <p:extLst>
      <p:ext uri="{BB962C8B-B14F-4D97-AF65-F5344CB8AC3E}">
        <p14:creationId xmlns:p14="http://schemas.microsoft.com/office/powerpoint/2010/main" val="4125294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C834A-D805-7D05-0C35-A4E4FE4D5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56586A-B064-5DFD-C250-666D608C2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Веб сервис </a:t>
            </a:r>
            <a:r>
              <a:rPr lang="en-US" dirty="0"/>
              <a:t>FIT NUTRITION SUPPLY </a:t>
            </a:r>
            <a:r>
              <a:rPr lang="ru-RU" dirty="0"/>
              <a:t>предоставит возможность: </a:t>
            </a:r>
          </a:p>
          <a:p>
            <a:r>
              <a:rPr lang="ru-RU" dirty="0"/>
              <a:t>составить рацион,  состоящий из знакомых блюд, от недели до месяца для 1го и более человек, учитывая: возраст, вес, цель (снизить, сохранить, поднять вес), наличие аллергии</a:t>
            </a:r>
          </a:p>
          <a:p>
            <a:r>
              <a:rPr lang="ru-RU" dirty="0"/>
              <a:t>собрать список покупок</a:t>
            </a:r>
          </a:p>
          <a:p>
            <a:r>
              <a:rPr lang="ru-RU" dirty="0"/>
              <a:t>Проанализирует наличие и цены в ряде популярных супермаркетов (Лента, Ашан, Перекресток, Пятерочка, Магнит)</a:t>
            </a:r>
          </a:p>
          <a:p>
            <a:r>
              <a:rPr lang="ru-RU" dirty="0"/>
              <a:t>Поможет собрать корзину в этих супермаркетах по выгодным ценам</a:t>
            </a:r>
          </a:p>
          <a:p>
            <a:r>
              <a:rPr lang="ru-RU" dirty="0"/>
              <a:t>Позволит планировать траты на питание</a:t>
            </a:r>
          </a:p>
          <a:p>
            <a:r>
              <a:rPr lang="ru-RU" dirty="0"/>
              <a:t>ИИ Агент проанализирует ваш рацион и даст рекомендации по его улучшению (не является медицинской рекомендацией, перед использованием необходима консультация специалиста)</a:t>
            </a:r>
          </a:p>
        </p:txBody>
      </p:sp>
    </p:spTree>
    <p:extLst>
      <p:ext uri="{BB962C8B-B14F-4D97-AF65-F5344CB8AC3E}">
        <p14:creationId xmlns:p14="http://schemas.microsoft.com/office/powerpoint/2010/main" val="312442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EE5C1-FB1F-8EC2-A940-47AB98A7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C18DD-2F5C-79F0-C5C1-F58A128BB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Продвинутые пользователи интернета (18-40 лет)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Люди интересующиеся здоровым образом жизни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Люди ответственные за продовольствие в конкретном домохозяйстве</a:t>
            </a:r>
          </a:p>
        </p:txBody>
      </p:sp>
    </p:spTree>
    <p:extLst>
      <p:ext uri="{BB962C8B-B14F-4D97-AF65-F5344CB8AC3E}">
        <p14:creationId xmlns:p14="http://schemas.microsoft.com/office/powerpoint/2010/main" val="236513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6BC14-2B99-2891-9D97-984222DE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9007E-D424-CF74-8568-20E737B3F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Чипига Алексей Александрович. Имею опыт в полноценной разработке веб сервисов, начиная от дизайна, заканчивая разворачиванием инфраструктуры. Проблему проекта встречаю каждый день и как следствие мотивирован решить её</a:t>
            </a:r>
          </a:p>
        </p:txBody>
      </p:sp>
    </p:spTree>
    <p:extLst>
      <p:ext uri="{BB962C8B-B14F-4D97-AF65-F5344CB8AC3E}">
        <p14:creationId xmlns:p14="http://schemas.microsoft.com/office/powerpoint/2010/main" val="39716489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TM04033921[[fn=Дамаск]]</Template>
  <TotalTime>18</TotalTime>
  <Words>233</Words>
  <Application>Microsoft Office PowerPoint</Application>
  <PresentationFormat>Широкоэкранный</PresentationFormat>
  <Paragraphs>24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Fit Nutrition Supply</vt:lpstr>
      <vt:lpstr>Проблема</vt:lpstr>
      <vt:lpstr>Решение</vt:lpstr>
      <vt:lpstr>Целевая Аудитория</vt:lpstr>
      <vt:lpstr>Команда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achipiga</dc:creator>
  <cp:lastModifiedBy>achipiga</cp:lastModifiedBy>
  <cp:revision>1</cp:revision>
  <dcterms:created xsi:type="dcterms:W3CDTF">2026-09-04T10:13:18Z</dcterms:created>
  <dcterms:modified xsi:type="dcterms:W3CDTF">2026-09-04T10:31:57Z</dcterms:modified>
</cp:coreProperties>
</file>